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9" r:id="rId1"/>
  </p:sldMasterIdLst>
  <p:sldIdLst>
    <p:sldId id="256" r:id="rId2"/>
    <p:sldId id="265" r:id="rId3"/>
    <p:sldId id="257" r:id="rId4"/>
    <p:sldId id="258" r:id="rId5"/>
    <p:sldId id="259" r:id="rId6"/>
    <p:sldId id="261" r:id="rId7"/>
    <p:sldId id="260" r:id="rId8"/>
    <p:sldId id="268" r:id="rId9"/>
    <p:sldId id="267" r:id="rId10"/>
    <p:sldId id="272" r:id="rId11"/>
    <p:sldId id="263" r:id="rId12"/>
    <p:sldId id="262" r:id="rId13"/>
    <p:sldId id="275" r:id="rId14"/>
    <p:sldId id="271" r:id="rId15"/>
    <p:sldId id="270" r:id="rId16"/>
    <p:sldId id="269" r:id="rId17"/>
    <p:sldId id="273" r:id="rId18"/>
    <p:sldId id="274" r:id="rId19"/>
    <p:sldId id="266" r:id="rId20"/>
    <p:sldId id="278" r:id="rId21"/>
    <p:sldId id="279" r:id="rId22"/>
    <p:sldId id="280" r:id="rId23"/>
    <p:sldId id="281" r:id="rId24"/>
    <p:sldId id="282" r:id="rId25"/>
    <p:sldId id="283" r:id="rId26"/>
    <p:sldId id="27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84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8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21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9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8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7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3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6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47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45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938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27F82B-2A89-DAAE-E8E0-A8FB09AE2FD5}"/>
              </a:ext>
            </a:extLst>
          </p:cNvPr>
          <p:cNvSpPr txBox="1"/>
          <p:nvPr/>
        </p:nvSpPr>
        <p:spPr>
          <a:xfrm>
            <a:off x="914400" y="914400"/>
            <a:ext cx="751184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/>
            </a:pPr>
            <a:endParaRPr lang="en-IN" sz="3200" dirty="0"/>
          </a:p>
          <a:p>
            <a:pPr algn="r">
              <a:defRPr sz="2400" b="1"/>
            </a:pPr>
            <a:endParaRPr lang="en-IN" sz="3200" dirty="0"/>
          </a:p>
          <a:p>
            <a:pPr algn="ctr">
              <a:defRPr sz="2400" b="1"/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ANALYSIS AND DESIGN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200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2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CART SYSTEM</a:t>
            </a:r>
          </a:p>
          <a:p>
            <a:pPr algn="r">
              <a:defRPr sz="1800"/>
            </a:pPr>
            <a:endParaRPr lang="en-US" dirty="0"/>
          </a:p>
          <a:p>
            <a:pPr algn="r">
              <a:defRPr sz="1800"/>
            </a:pPr>
            <a:endParaRPr lang="en-IN" dirty="0"/>
          </a:p>
          <a:p>
            <a:pPr lvl="8" algn="r">
              <a:defRPr sz="1800"/>
            </a:pPr>
            <a:endParaRPr lang="en-US" dirty="0"/>
          </a:p>
          <a:p>
            <a:pPr lvl="8" algn="r">
              <a:defRPr sz="1800"/>
            </a:pPr>
            <a:r>
              <a:rPr dirty="0"/>
              <a:t>Participants:</a:t>
            </a:r>
            <a:br>
              <a:rPr dirty="0"/>
            </a:br>
            <a:r>
              <a:rPr dirty="0"/>
              <a:t>SAKTHI SWATHI.M</a:t>
            </a:r>
            <a:br>
              <a:rPr dirty="0"/>
            </a:br>
            <a:r>
              <a:rPr dirty="0"/>
              <a:t>SHAJATHI BEE.M</a:t>
            </a:r>
            <a:br>
              <a:rPr dirty="0"/>
            </a:br>
            <a:r>
              <a:rPr dirty="0"/>
              <a:t>SHAMIRTHA.J</a:t>
            </a:r>
            <a:br>
              <a:rPr dirty="0"/>
            </a:br>
            <a:r>
              <a:rPr dirty="0"/>
              <a:t>SHARMILY.S</a:t>
            </a:r>
          </a:p>
        </p:txBody>
      </p:sp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B7F1B10C-237C-63E8-2923-6E05FEA0E3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209;p1">
            <a:extLst>
              <a:ext uri="{FF2B5EF4-FFF2-40B4-BE49-F238E27FC236}">
                <a16:creationId xmlns:a16="http://schemas.microsoft.com/office/drawing/2014/main" id="{36EB0DDC-DAE6-5309-B9CA-F6B613DBFA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81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F5CF-0FF3-9069-049B-EE7E8C06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799" y="-24991"/>
            <a:ext cx="6457336" cy="14507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3" name="Google Shape;8210;p1">
            <a:extLst>
              <a:ext uri="{FF2B5EF4-FFF2-40B4-BE49-F238E27FC236}">
                <a16:creationId xmlns:a16="http://schemas.microsoft.com/office/drawing/2014/main" id="{77232848-A7B7-AB13-CFCF-2030EE9C92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209;p1">
            <a:extLst>
              <a:ext uri="{FF2B5EF4-FFF2-40B4-BE49-F238E27FC236}">
                <a16:creationId xmlns:a16="http://schemas.microsoft.com/office/drawing/2014/main" id="{8FF0EC8C-A2C6-A45C-224B-B88326C2A7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890754-4B01-EBE4-3B04-9D59F48C33FD}"/>
              </a:ext>
            </a:extLst>
          </p:cNvPr>
          <p:cNvSpPr txBox="1"/>
          <p:nvPr/>
        </p:nvSpPr>
        <p:spPr>
          <a:xfrm>
            <a:off x="915628" y="2259155"/>
            <a:ext cx="7521677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system is a web-based platform designed for online shopping.</a:t>
            </a:r>
          </a:p>
          <a:p>
            <a:pPr marL="342900" indent="-34290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It allows users to browse products, add items to the cart, and make purchases.</a:t>
            </a:r>
          </a:p>
          <a:p>
            <a:pPr marL="342900" indent="-34290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It automates product management, order processing, and inventory updates.</a:t>
            </a:r>
          </a:p>
          <a:p>
            <a:pPr marL="342900" indent="-34290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It improves overall efficiency and reduces the need for manual work.</a:t>
            </a:r>
          </a:p>
          <a:p>
            <a:pPr marL="342900" indent="-34290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system is secure, scalable, and easy for users to operate.</a:t>
            </a:r>
          </a:p>
          <a:p>
            <a:pPr algn="just"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293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-43187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856" y="2225621"/>
            <a:ext cx="8115300" cy="38015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Online shopping makes purchasing products quicker and more  convenient.        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 provides easy product browsing and secure purchasing  options.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It removes the limitations of traditional physical shopping.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It is developed using object-oriented design principles.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 focuses on providing convenience and automation for  users.            </a:t>
            </a:r>
          </a:p>
          <a:p>
            <a:pPr marL="0" indent="0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lnSpc>
                <a:spcPct val="10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None/>
            </a:pPr>
            <a:endParaRPr dirty="0"/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2BCE6361-BB60-5D24-C769-22DC969F9E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EC7AF8A7-7066-23EE-09A6-2E2EA403D0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-24991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723" y="2052211"/>
            <a:ext cx="7354037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Customers must visit physical stores to buy products.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There are fewer product options available in local shops.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Manual billing often leads to delays and errors.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There is no proper way to track orders in the existing system.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Overall, the process is slow, tiring, and inconvenient.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E0E929CA-88A9-A9AF-62F0-622DD1F3C78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680A460C-85B1-DB43-526F-9F96FCA929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245" y="2081708"/>
            <a:ext cx="7963638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new system offers a fully automated online shopping platform.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Users can easily browse, search for products, and make purchases online.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provides secure login and safe payment options.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Admins can efficiently manage products, inventory, and customer orders.</a:t>
            </a:r>
          </a:p>
          <a:p>
            <a:pPr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proposed system is faster, more convenient, and highly scalable.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5F6F1B76-3311-49D6-C142-2345467C10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5165FD84-E77C-B008-933B-1BE85C0447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0" y="451644"/>
            <a:ext cx="11430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680" y="-15159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511FCEF1-82F7-8168-17AA-60391920E9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12866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9377F3BA-2953-B681-A0C9-B5C1ACEA17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542925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98A7F0D-59C5-76E7-45E8-EB300997C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759974" y="1846263"/>
            <a:ext cx="5673213" cy="402272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9850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2158247"/>
            <a:ext cx="7543801" cy="4023360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Catalog Module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 Module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Module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Management Module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53B193F4-6CDB-C43E-D4A3-3C94F8B13B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D7E82513-63D2-F0B2-B046-55E4DBB993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800" y="525529"/>
            <a:ext cx="1143000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8F4E-7885-247C-55FB-BB827400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9C17-F690-644D-FF7D-9335C514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4707FBBB-4C71-A2D7-5BDA-BB16CF6A44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74B9CABC-65C5-0796-DAFD-058950BF3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04533A-D1FB-35BD-438F-0BB2EC4E0C6D}"/>
              </a:ext>
            </a:extLst>
          </p:cNvPr>
          <p:cNvSpPr txBox="1"/>
          <p:nvPr/>
        </p:nvSpPr>
        <p:spPr>
          <a:xfrm>
            <a:off x="678425" y="2085018"/>
            <a:ext cx="8084575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 User Module allows customers to log in, browse products, add 	items to the cart, and place orders.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 Admin Module enables administrators to manage products, 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stock levels, and  orders.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Catalog Module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 Product Catalog displays product details for users to view.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3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F4BB-B005-3130-6747-FDF54238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6223-E2F9-4192-0F38-59F377A54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  <a:endParaRPr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61B4507C-61D8-F3B8-1AD6-E122E44A20D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EB53629B-A53E-A3C3-9D65-10A54395D7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BB78AA-64EF-9A18-13B6-4A472107DF12}"/>
              </a:ext>
            </a:extLst>
          </p:cNvPr>
          <p:cNvSpPr txBox="1"/>
          <p:nvPr/>
        </p:nvSpPr>
        <p:spPr>
          <a:xfrm>
            <a:off x="646472" y="1995830"/>
            <a:ext cx="83820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Shopping Cart Module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 Shopping Cart Module lets users add, remove, or update items in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their cart.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Payment Module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 Payment Module ensures secure and smooth checkout transactions.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Order Management Module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 Order Management Module helps track and update the status of 	customer orders.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199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5DCE-EE88-17CA-AC9C-CFA3EB1F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8EBE-1E20-8059-236F-49745821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F4FEBE56-A06A-D0BF-4DBD-0DA3D2F9E1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3471898B-77B1-39CC-F99A-4AF4BD38A2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632D3-2378-2C57-244F-14F01709F9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47" b="8212"/>
          <a:stretch>
            <a:fillRect/>
          </a:stretch>
        </p:blipFill>
        <p:spPr>
          <a:xfrm>
            <a:off x="1255776" y="1816608"/>
            <a:ext cx="6632447" cy="441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32157587-5F44-40A8-34EE-4D1EF1B4D5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4DFB0530-1640-5AF5-422A-C5FC4D8671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14C79E-782F-48D7-1F1D-14865B57B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804416"/>
            <a:ext cx="6294120" cy="45232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992" y="0"/>
            <a:ext cx="7543800" cy="145075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DECFCC40-90B0-5566-581C-F492D15D26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219F41E3-7131-7881-31DA-2B10D227B3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74253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227C45-3E3C-BF38-9D9B-0E9B082240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196" b="8792"/>
          <a:stretch>
            <a:fillRect/>
          </a:stretch>
        </p:blipFill>
        <p:spPr>
          <a:xfrm>
            <a:off x="649765" y="1828801"/>
            <a:ext cx="795778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8A585-59C3-3654-95E3-4F09011A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1209-D9FA-940D-92A4-7C68EFAE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911E342B-714E-CA84-C0CD-C8FD3EF9B22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CDD63FDF-7C4F-75F1-2B72-BEB44FCD50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21D65B-5A0D-EC48-9958-0D0BCB288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42344"/>
            <a:ext cx="7309104" cy="421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7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C4C3-B548-4253-B297-93E908C5D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4DFD-C93A-4F4C-9493-4C5FC6460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5" y="409223"/>
            <a:ext cx="6162675" cy="1057276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MACHINE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932E8571-B728-2A03-5BD2-C8CA656061A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49661BC0-BE05-2ECD-69FE-BF8CA28D0C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8A0654-15EC-A5E4-ED20-94E3F95F83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6"/>
          <a:stretch>
            <a:fillRect/>
          </a:stretch>
        </p:blipFill>
        <p:spPr>
          <a:xfrm>
            <a:off x="975359" y="2336072"/>
            <a:ext cx="7363969" cy="362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7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0305-409C-1EEC-EC58-4025CB70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0B68-EC42-1891-5280-DB60AC24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4AC2C0D8-1651-8EAD-509E-41CF64D980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EA6CFA2E-FABC-00FD-D50F-8B6DCA384E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9B66CC-43F6-B572-DF19-48D6934EF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662" y="2371153"/>
            <a:ext cx="61626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35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2E3A-8817-374A-76D7-576B81A3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5CAC-43E5-91B3-36E5-024BA92C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47B9FB68-E87B-C54C-5863-B44B4B92644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88CCD60E-1F2C-CF59-F8B4-8426ADB422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A327B9-E61A-3748-B80B-946CFD4B7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" y="2065725"/>
            <a:ext cx="7147560" cy="411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19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B168-438D-BF3C-2984-7A6BC1CF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5FFF-5371-765C-20C1-40C5C176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A1A8401C-9B0C-A665-E893-8BF5049665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DCB385C7-4253-4C21-E9DD-83CAB726C4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64208D-F88C-3FD6-5DFC-50AE0A0AF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262" y="1807000"/>
            <a:ext cx="5904738" cy="447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74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AE29-3DE2-CECC-9865-7361B25B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08EB-99FE-68DE-ADDC-08F4E075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57276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</a:t>
            </a: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(GRASP)</a:t>
            </a:r>
          </a:p>
        </p:txBody>
      </p:sp>
      <p:pic>
        <p:nvPicPr>
          <p:cNvPr id="4" name="Google Shape;8210;p1">
            <a:extLst>
              <a:ext uri="{FF2B5EF4-FFF2-40B4-BE49-F238E27FC236}">
                <a16:creationId xmlns:a16="http://schemas.microsoft.com/office/drawing/2014/main" id="{324AD615-939F-CE73-8F04-1B8AE3710AE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209;p1">
            <a:extLst>
              <a:ext uri="{FF2B5EF4-FFF2-40B4-BE49-F238E27FC236}">
                <a16:creationId xmlns:a16="http://schemas.microsoft.com/office/drawing/2014/main" id="{ACCEA1FA-AD86-3743-203D-42A0191265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403034"/>
            <a:ext cx="1143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B16B3A-2CF3-D31A-26C8-82D1488487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925"/>
          <a:stretch>
            <a:fillRect/>
          </a:stretch>
        </p:blipFill>
        <p:spPr>
          <a:xfrm>
            <a:off x="822960" y="1832770"/>
            <a:ext cx="7808976" cy="452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29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7D191C96-D076-CBDC-CEC9-9CB0A12B099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1C9C1B8F-6565-17CF-1E75-F2995D6CEF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174" y="481692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3CAC40-58F7-4B12-6C85-831189F9845A}"/>
              </a:ext>
            </a:extLst>
          </p:cNvPr>
          <p:cNvSpPr txBox="1"/>
          <p:nvPr/>
        </p:nvSpPr>
        <p:spPr>
          <a:xfrm>
            <a:off x="2615381" y="599603"/>
            <a:ext cx="5654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FF0000"/>
                </a:solidFill>
              </a:rPr>
              <a:t>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ED107-8B88-B2CB-8C04-8AAB21A90FDF}"/>
              </a:ext>
            </a:extLst>
          </p:cNvPr>
          <p:cNvSpPr txBox="1"/>
          <p:nvPr/>
        </p:nvSpPr>
        <p:spPr>
          <a:xfrm>
            <a:off x="624348" y="2009693"/>
            <a:ext cx="8195187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Shopping Cart System successfully provides a reliable and user-friendly platform for online shopping.</a:t>
            </a:r>
          </a:p>
          <a:p>
            <a:pPr marL="342900" indent="-342900" algn="just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streamlines the purchasing process by allowing customers to browse,   select, and buy products with ease while ensuring secure transactions.</a:t>
            </a:r>
          </a:p>
          <a:p>
            <a:pPr marL="342900" indent="-342900" algn="just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administrators, it simplifies product management, stock monitoring, and order tracking, making the system efficient for both buyers and sellers.</a:t>
            </a:r>
          </a:p>
          <a:p>
            <a:pPr marL="342900" indent="-342900" algn="just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highlights how e-commerce applications can save time, reduce manual effort, and create a convenient digital marketplace.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161A10-F2E1-EF9C-4DDA-E17AAF36DA18}"/>
              </a:ext>
            </a:extLst>
          </p:cNvPr>
          <p:cNvCxnSpPr/>
          <p:nvPr/>
        </p:nvCxnSpPr>
        <p:spPr>
          <a:xfrm>
            <a:off x="1032387" y="1779639"/>
            <a:ext cx="6931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40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AC10B-81D4-2B57-DF05-67749E1A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BD750FBC-0E74-7EA7-952F-E8545F06FE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28BB2EEF-5EB4-6AC8-2F98-120EFF64B6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174" y="481692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2EA660-0EF8-C184-1066-E754C8184982}"/>
              </a:ext>
            </a:extLst>
          </p:cNvPr>
          <p:cNvSpPr txBox="1"/>
          <p:nvPr/>
        </p:nvSpPr>
        <p:spPr>
          <a:xfrm>
            <a:off x="2772697" y="599603"/>
            <a:ext cx="345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OUTPUT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DD0384-0D7F-C03C-AEB5-B1D82509D3EC}"/>
              </a:ext>
            </a:extLst>
          </p:cNvPr>
          <p:cNvCxnSpPr/>
          <p:nvPr/>
        </p:nvCxnSpPr>
        <p:spPr>
          <a:xfrm>
            <a:off x="1032387" y="1779639"/>
            <a:ext cx="6931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989DBA0-0DAC-73D2-69EF-B19DA3987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59" y="2011117"/>
            <a:ext cx="7377882" cy="40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11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DFC3-BE6E-AC50-B19C-4CA17554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A0464C99-DD2D-F030-2E8E-0DDC00F9D3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41C55B1E-2B36-C671-F8EA-F205E16ADE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174" y="481692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544345-BAC8-2311-E62D-CC9DDBBBA90F}"/>
              </a:ext>
            </a:extLst>
          </p:cNvPr>
          <p:cNvSpPr txBox="1"/>
          <p:nvPr/>
        </p:nvSpPr>
        <p:spPr>
          <a:xfrm>
            <a:off x="2772697" y="599603"/>
            <a:ext cx="345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OUTPUT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B9B272-FA41-0DD6-045E-4B29B0A25797}"/>
              </a:ext>
            </a:extLst>
          </p:cNvPr>
          <p:cNvCxnSpPr/>
          <p:nvPr/>
        </p:nvCxnSpPr>
        <p:spPr>
          <a:xfrm>
            <a:off x="1032387" y="1779639"/>
            <a:ext cx="6931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4F6A967-439E-8F83-8DBC-311EB24A9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58" y="1892840"/>
            <a:ext cx="8377084" cy="439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02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CEE5-629F-A23F-2AD7-8F40964F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FC2BAC52-A1C5-5D33-0AE8-A7995C56E7C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500BC878-B541-DB51-A8C5-5825E9FD20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174" y="481692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263C4D-B5A6-B200-DD26-45DBCD08099C}"/>
              </a:ext>
            </a:extLst>
          </p:cNvPr>
          <p:cNvSpPr txBox="1"/>
          <p:nvPr/>
        </p:nvSpPr>
        <p:spPr>
          <a:xfrm>
            <a:off x="2772697" y="599603"/>
            <a:ext cx="345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OUTPUT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7884F6-23D5-5E02-A3DA-38F0E6CF928E}"/>
              </a:ext>
            </a:extLst>
          </p:cNvPr>
          <p:cNvCxnSpPr/>
          <p:nvPr/>
        </p:nvCxnSpPr>
        <p:spPr>
          <a:xfrm>
            <a:off x="1032387" y="1779639"/>
            <a:ext cx="6931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1C43330-FA0B-86D5-2C58-088C0BDF0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0" y="1846417"/>
            <a:ext cx="7767486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1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1E56B-8C20-E785-DB8E-569581BA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8E306941-C7E2-6A22-667B-5F66D496B7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CEF8E364-0B16-A987-B7C4-3FCEFDEC91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174" y="481692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4005F-EAEA-2A76-0D21-2ADC2462B818}"/>
              </a:ext>
            </a:extLst>
          </p:cNvPr>
          <p:cNvSpPr txBox="1"/>
          <p:nvPr/>
        </p:nvSpPr>
        <p:spPr>
          <a:xfrm>
            <a:off x="2772697" y="599603"/>
            <a:ext cx="345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OUTPUT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22E2F9-7C86-545A-B6C1-B5804334ADA5}"/>
              </a:ext>
            </a:extLst>
          </p:cNvPr>
          <p:cNvCxnSpPr/>
          <p:nvPr/>
        </p:nvCxnSpPr>
        <p:spPr>
          <a:xfrm>
            <a:off x="1032387" y="1779639"/>
            <a:ext cx="6931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B6C62E2-971F-4509-A1B1-447DED55F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574" y="1892840"/>
            <a:ext cx="7118555" cy="433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65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BCBF1-20D2-1F7E-2E82-951992C2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1226AC46-6E61-39E9-873E-3BE95E3911F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B4DA4DBE-B032-1CD9-9475-2D388B7A90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174" y="481692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41AA1F-3575-691A-A8C6-24F7FA97BD79}"/>
              </a:ext>
            </a:extLst>
          </p:cNvPr>
          <p:cNvSpPr txBox="1"/>
          <p:nvPr/>
        </p:nvSpPr>
        <p:spPr>
          <a:xfrm>
            <a:off x="2772697" y="599603"/>
            <a:ext cx="345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OUTPUT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9612A5-4ABA-C7DB-3935-B805B89DA44F}"/>
              </a:ext>
            </a:extLst>
          </p:cNvPr>
          <p:cNvCxnSpPr/>
          <p:nvPr/>
        </p:nvCxnSpPr>
        <p:spPr>
          <a:xfrm>
            <a:off x="1032387" y="1779639"/>
            <a:ext cx="6931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382392D-2A18-0414-AAB1-43D15060E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71" y="1892840"/>
            <a:ext cx="7551174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1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5BDB-3DFB-04EF-590B-50CE66350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519CADC8-6019-0766-ADEE-B3245AE0F13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403034"/>
            <a:ext cx="1066799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A6575B85-A4E7-161A-E8E9-C0AEC22066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1174" y="481692"/>
            <a:ext cx="1143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F879EB-E713-69AD-E63B-78239222B907}"/>
              </a:ext>
            </a:extLst>
          </p:cNvPr>
          <p:cNvSpPr txBox="1"/>
          <p:nvPr/>
        </p:nvSpPr>
        <p:spPr>
          <a:xfrm>
            <a:off x="2772697" y="599603"/>
            <a:ext cx="3451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OUTPUT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8B256D-A9C4-5EE5-1F4E-C6CCAB38C389}"/>
              </a:ext>
            </a:extLst>
          </p:cNvPr>
          <p:cNvCxnSpPr/>
          <p:nvPr/>
        </p:nvCxnSpPr>
        <p:spPr>
          <a:xfrm>
            <a:off x="1032387" y="1779639"/>
            <a:ext cx="69317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03CD351-5B0B-E769-3D37-6571FC1C4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032" y="1919879"/>
            <a:ext cx="668593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6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240C-306F-40EF-7F62-D0EE1965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210;p1">
            <a:extLst>
              <a:ext uri="{FF2B5EF4-FFF2-40B4-BE49-F238E27FC236}">
                <a16:creationId xmlns:a16="http://schemas.microsoft.com/office/drawing/2014/main" id="{30087043-138A-1654-C971-46E69B735E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9838" y="403034"/>
            <a:ext cx="1213471" cy="1022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209;p1">
            <a:extLst>
              <a:ext uri="{FF2B5EF4-FFF2-40B4-BE49-F238E27FC236}">
                <a16:creationId xmlns:a16="http://schemas.microsoft.com/office/drawing/2014/main" id="{C66E5D5E-E965-4041-99A9-99B1900FDE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2195" y="454011"/>
            <a:ext cx="1213471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6D6344-1843-97AE-BC32-B45933DB9C56}"/>
              </a:ext>
            </a:extLst>
          </p:cNvPr>
          <p:cNvSpPr txBox="1"/>
          <p:nvPr/>
        </p:nvSpPr>
        <p:spPr>
          <a:xfrm>
            <a:off x="2535936" y="2563819"/>
            <a:ext cx="4974335" cy="1108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20000"/>
            </a:pPr>
            <a:r>
              <a:rPr lang="en-IN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199911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153</TotalTime>
  <Words>555</Words>
  <Application>Microsoft Office PowerPoint</Application>
  <PresentationFormat>On-screen Show (4:3)</PresentationFormat>
  <Paragraphs>79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Calibri Light</vt:lpstr>
      <vt:lpstr>Times New Roman</vt:lpstr>
      <vt:lpstr>Wingdings</vt:lpstr>
      <vt:lpstr>Retrospect</vt:lpstr>
      <vt:lpstr>PowerPoint Presentation</vt:lpstr>
      <vt:lpstr>ABSTRACT</vt:lpstr>
      <vt:lpstr>INTRODUCTION</vt:lpstr>
      <vt:lpstr>EXISTING SYSTEM</vt:lpstr>
      <vt:lpstr>    PROPOSED SYSTEM</vt:lpstr>
      <vt:lpstr>PROPOSED DIAGRAMS</vt:lpstr>
      <vt:lpstr>MODULES</vt:lpstr>
      <vt:lpstr>MODULES DESCRIPTION</vt:lpstr>
      <vt:lpstr>MODULES DESCRIPTION</vt:lpstr>
      <vt:lpstr>USECASE DIAGRAM</vt:lpstr>
      <vt:lpstr>ACTIVITY DIAGRAM</vt:lpstr>
      <vt:lpstr>CLASS DIAGRAM</vt:lpstr>
      <vt:lpstr>SEQUENCE DIAGRAM</vt:lpstr>
      <vt:lpstr>STATE MACHINE DIAGRAM</vt:lpstr>
      <vt:lpstr>DEPLOYMENT DIAGRAM</vt:lpstr>
      <vt:lpstr>COMPONENT DIAGRAM</vt:lpstr>
      <vt:lpstr>PACKAGE DIAGRAM</vt:lpstr>
      <vt:lpstr> DESIGN PATTERN (GRASP)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Sakthiswathi M</dc:creator>
  <cp:keywords/>
  <dc:description>generated using python-pptx</dc:description>
  <cp:lastModifiedBy>Sakthiswathi M</cp:lastModifiedBy>
  <cp:revision>6</cp:revision>
  <dcterms:created xsi:type="dcterms:W3CDTF">2013-01-27T09:14:16Z</dcterms:created>
  <dcterms:modified xsi:type="dcterms:W3CDTF">2025-12-11T04:28:17Z</dcterms:modified>
  <cp:category/>
</cp:coreProperties>
</file>